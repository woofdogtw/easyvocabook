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80"/>
    <a:srgbClr val="00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19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err="1"/>
              <a:t>EasyVocaBook</a:t>
            </a:r>
            <a:r>
              <a:rPr lang="en-US" altLang="zh-TW" dirty="0"/>
              <a:t> Images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8965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bg1"/>
                </a:solidFill>
              </a:rPr>
              <a:t>Icon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11960" y="1988840"/>
            <a:ext cx="216024" cy="2880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5" name="群組 14"/>
          <p:cNvGrpSpPr/>
          <p:nvPr/>
        </p:nvGrpSpPr>
        <p:grpSpPr>
          <a:xfrm rot="1144083">
            <a:off x="3131840" y="1988840"/>
            <a:ext cx="504056" cy="2880320"/>
            <a:chOff x="3131840" y="1988840"/>
            <a:chExt cx="504056" cy="2880320"/>
          </a:xfrm>
        </p:grpSpPr>
        <p:sp>
          <p:nvSpPr>
            <p:cNvPr id="7" name="矩形 6"/>
            <p:cNvSpPr/>
            <p:nvPr/>
          </p:nvSpPr>
          <p:spPr>
            <a:xfrm>
              <a:off x="3131840" y="1988840"/>
              <a:ext cx="504056" cy="2880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3203848" y="2276872"/>
              <a:ext cx="360040" cy="14401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3203848" y="2564904"/>
              <a:ext cx="360040" cy="14401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3203848" y="4437112"/>
              <a:ext cx="360040" cy="14401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8" name="矩形 17"/>
          <p:cNvSpPr/>
          <p:nvPr/>
        </p:nvSpPr>
        <p:spPr>
          <a:xfrm>
            <a:off x="4572000" y="1985524"/>
            <a:ext cx="1728192" cy="2886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4788024" y="2132856"/>
            <a:ext cx="136815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0" dirty="0">
                <a:latin typeface="Segoe UI Semibold" panose="020B0702040204020203" pitchFamily="34" charset="0"/>
              </a:rPr>
              <a:t>A</a:t>
            </a:r>
          </a:p>
          <a:p>
            <a:pPr algn="ctr"/>
            <a:r>
              <a:rPr lang="ja-JP" altLang="en-US" sz="8000" dirty="0">
                <a:latin typeface="Segoe UI Semibold" panose="020B0702040204020203" pitchFamily="34" charset="0"/>
              </a:rPr>
              <a:t>あ</a:t>
            </a:r>
            <a:endParaRPr lang="zh-TW" altLang="en-US" sz="8000" dirty="0"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001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</Words>
  <Application>Microsoft Office PowerPoint</Application>
  <PresentationFormat>如螢幕大小 (4:3)</PresentationFormat>
  <Paragraphs>4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Arial</vt:lpstr>
      <vt:lpstr>Calibri</vt:lpstr>
      <vt:lpstr>Segoe UI Semibold</vt:lpstr>
      <vt:lpstr>Office 佈景主題</vt:lpstr>
      <vt:lpstr>EasyVocaBook Images</vt:lpstr>
      <vt:lpstr>Icon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Chien-Hong Chan</dc:creator>
  <cp:lastModifiedBy>Chien-Hong Chan</cp:lastModifiedBy>
  <cp:revision>9</cp:revision>
  <dcterms:created xsi:type="dcterms:W3CDTF">2014-01-02T13:23:54Z</dcterms:created>
  <dcterms:modified xsi:type="dcterms:W3CDTF">2026-07-05T02:11:57Z</dcterms:modified>
</cp:coreProperties>
</file>